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9F007-C077-EB10-3BA9-B8003FE3AC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D061F7-0793-B988-0599-BC217009A0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44A4E2-890B-E6C0-AD67-872A0CB52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4E172-B364-4ACA-A157-DF7D8FEF8DD0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ECCD5C-93AB-1FBD-C28C-2D8F69222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7103A4-959D-D70C-B4F8-2E859DF70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5ED3C-084E-4B2B-B1A8-3339855309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29273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EE184-1A8E-C6E5-1127-590994D74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87846D-FED9-04FE-6AFA-C2D55F3FFF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1FAA95-223A-05C0-39C4-C2A9884D2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4E172-B364-4ACA-A157-DF7D8FEF8DD0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9D11CD-E296-B077-C20A-388C057AF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3E3A35-6C62-2371-A2B1-ADF0DEC88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5ED3C-084E-4B2B-B1A8-3339855309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59366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9BCCE-992D-EE5C-2AB8-F7D67ABA3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596F5A-5FD3-2525-7506-96C8341E5D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D868B0-C339-4C09-20E4-958C53894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4E172-B364-4ACA-A157-DF7D8FEF8DD0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557A2E-9021-A83A-0B64-F4FD8C4D7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06D7C8-BBEF-46C0-7867-B0B386748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5ED3C-084E-4B2B-B1A8-3339855309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70432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08D15-EDA6-7E1B-A53D-D13442822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6918DB-0EA7-1462-5AEA-BD5FFA0135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0F1070-DC8C-737B-0985-E927CCB441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42424A-A47C-C4FC-E8CF-8F1AAC487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4E172-B364-4ACA-A157-DF7D8FEF8DD0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8F5DFA-1829-6C2A-C790-C198F4F47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5590AA-D7EF-DED2-94BB-DA739B99D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5ED3C-084E-4B2B-B1A8-3339855309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6313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55D2D-9BA1-5DD3-9CA6-640654CC6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978AC8-6036-4284-93F8-825A01B65B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7AC328-92A2-3E86-42FA-8E09673423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545E7B-DC6D-C4AE-DF4E-3C10AAC335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BCA27A-C910-621D-0F5B-6E9DB9FFDB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E92089-4C81-B0CF-9B77-F1DECCD24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4E172-B364-4ACA-A157-DF7D8FEF8DD0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94F92C-9BBC-6994-C5F3-ED6526FF6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C8FE5B-F834-CBFE-2551-C223AF6EB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5ED3C-084E-4B2B-B1A8-3339855309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2754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A6C62-B408-E3A8-6F0D-B11F99FA5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ED7AFD-5047-B0A5-1782-4CEE399AF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4E172-B364-4ACA-A157-DF7D8FEF8DD0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EE65A3-64B4-B3BE-6E69-9A1FFA562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FB5A3F-7685-82F0-814A-A6BC39223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5ED3C-084E-4B2B-B1A8-3339855309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35189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D5F975-0A2C-1EE4-1F18-2CE1E97E7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4E172-B364-4ACA-A157-DF7D8FEF8DD0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6A6763-F83D-67BA-455D-73A806395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F7FA3D-A02D-AB2C-BC80-2A4808C44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5ED3C-084E-4B2B-B1A8-3339855309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43885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4F980-EDDF-FF97-6616-E86C3A6B9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9C3C18-320D-ACAB-F3A3-16E75FBD8C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08464F-A907-7842-32CB-0FA959594B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D1604E-2E01-C5CA-B143-3C00C4D48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4E172-B364-4ACA-A157-DF7D8FEF8DD0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0F68C8-7967-3A22-20A8-46C4B4D86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D0303D-535C-B149-A0BF-7CAC4C2A8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5ED3C-084E-4B2B-B1A8-3339855309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16387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A0045-EEC1-51DA-3CF3-5AAE7A054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8BDFC0-9F16-5037-368F-CA782A15A5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007E23-7430-9795-1AC3-1556F1886D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6AC089-6FD4-FCCC-3028-E210376D8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4E172-B364-4ACA-A157-DF7D8FEF8DD0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1D5DA0-A91C-2420-7C6F-1889EA1EC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15BBAF-66D0-227F-9CAF-B28216AC5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5ED3C-084E-4B2B-B1A8-3339855309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39636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5B31E-8C42-34A6-7689-729261B12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67C823-9B37-7266-2316-0B4E5C7035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3362E1-80A5-9D6F-3881-7704FFB14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4E172-B364-4ACA-A157-DF7D8FEF8DD0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C6D08E-14E1-A24B-B01E-62BBBDBCC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BBFA58-F07A-F65F-7ED3-FE8FA44DB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5ED3C-084E-4B2B-B1A8-3339855309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48032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1AA727-B814-A81D-C14D-9F86B0F752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068423-4B3C-1B75-D2B9-B6BFBF2A67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9D4FAB-DF13-4140-5FAF-39C31DB4E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4E172-B364-4ACA-A157-DF7D8FEF8DD0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DFBE28-B06C-D3E5-FA7C-5BB4B7663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9CEA9F-48C5-C456-3C7E-59A8520CF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5ED3C-084E-4B2B-B1A8-3339855309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57822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B78C3F-E7F6-6DE9-9FC0-625E72A75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A2AC3A-18B6-F552-F130-E92C9B9504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D8818A-8D3B-B505-B716-36F2465EE1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B4E172-B364-4ACA-A157-DF7D8FEF8DD0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CF87F9-0D16-CCEA-35D5-58230B06B7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6F0D41-99D7-C0AD-51D0-3515CE48F8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B5ED3C-084E-4B2B-B1A8-3339855309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9805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6B53B-709F-9C47-8DD7-90F0587E5E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The presentation should contain </a:t>
            </a:r>
            <a:r>
              <a:rPr lang="en-US" sz="3200" b="1" dirty="0"/>
              <a:t>8–10 slides</a:t>
            </a:r>
            <a:r>
              <a:rPr lang="en-US" sz="3200" dirty="0"/>
              <a:t>.</a:t>
            </a:r>
            <a:br>
              <a:rPr lang="en-US" sz="3200" dirty="0"/>
            </a:br>
            <a:r>
              <a:rPr lang="en-US" sz="3200" dirty="0"/>
              <a:t>Please ensure that the </a:t>
            </a:r>
            <a:r>
              <a:rPr lang="en-US" sz="3200" b="1" dirty="0"/>
              <a:t>logos of </a:t>
            </a:r>
            <a:r>
              <a:rPr lang="en-US" sz="3200" b="1" dirty="0" err="1"/>
              <a:t>TechVerse</a:t>
            </a:r>
            <a:r>
              <a:rPr lang="en-US" sz="3200" b="1" dirty="0"/>
              <a:t> Club, SOET and CT University</a:t>
            </a:r>
            <a:r>
              <a:rPr lang="en-US" sz="3200" dirty="0"/>
              <a:t> are placed at the </a:t>
            </a:r>
            <a:r>
              <a:rPr lang="en-US" sz="3200" b="1" dirty="0"/>
              <a:t>top of each slide</a:t>
            </a:r>
            <a:r>
              <a:rPr lang="en-US" sz="3200" dirty="0"/>
              <a:t>.</a:t>
            </a:r>
            <a:br>
              <a:rPr lang="en-US" sz="3200" dirty="0"/>
            </a:br>
            <a:br>
              <a:rPr lang="en-US" sz="3200" dirty="0"/>
            </a:br>
            <a:r>
              <a:rPr lang="en-US" sz="3200" dirty="0"/>
              <a:t>&gt; Font Size 12</a:t>
            </a:r>
            <a:endParaRPr lang="en-IN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E4AF41-BD97-69DB-A312-DB50EADC1D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159" y="216981"/>
            <a:ext cx="1274145" cy="12741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7F5CA98-0066-40BF-1B2E-D35FAA7669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5771" y="279296"/>
            <a:ext cx="1199591" cy="119959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7A65FF6-9C43-1ADC-B962-BA8CAF6D6E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3483" y="317975"/>
            <a:ext cx="992070" cy="976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282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36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The presentation should contain 8–10 slides. Please ensure that the logos of TechVerse Club, SOET and CT University are placed at the top of each slide.  &gt; Font Size 12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Lakshman Kumar Das</dc:creator>
  <cp:lastModifiedBy>Lakshman Kumar Das</cp:lastModifiedBy>
  <cp:revision>3</cp:revision>
  <dcterms:created xsi:type="dcterms:W3CDTF">2026-04-21T18:08:27Z</dcterms:created>
  <dcterms:modified xsi:type="dcterms:W3CDTF">2026-04-21T18:14:44Z</dcterms:modified>
</cp:coreProperties>
</file>